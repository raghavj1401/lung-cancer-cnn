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7" r:id="rId5"/>
    <p:sldId id="268" r:id="rId6"/>
    <p:sldId id="259" r:id="rId7"/>
    <p:sldId id="260" r:id="rId8"/>
    <p:sldId id="262" r:id="rId9"/>
    <p:sldId id="261" r:id="rId10"/>
    <p:sldId id="264" r:id="rId11"/>
    <p:sldId id="266" r:id="rId12"/>
    <p:sldId id="265" r:id="rId13"/>
    <p:sldId id="263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81BE68-BD36-4A9E-B1DB-9F1D730D53E8}" v="3" dt="2026-03-12T13:38:12.4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6D193-93A5-735B-4FDA-4399EEEDD9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46FD35-87E0-E105-7B76-302651A128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6681AB-F3A9-B763-7AD9-CF35D930A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1DCFA-77B7-43D6-8120-2AFADAE1155B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1DDD9-2B51-153D-6B76-D04FF7860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0F7A85-7BA0-30AC-27FA-5F4A54E8F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BCDA1-EB6B-45FD-8618-05C3E05E4A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713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305A7-4C2B-4D9D-0666-DC148B07D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E256B-5D05-07AD-1E84-2E2BA7FCF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AF5130-5F0D-D6AC-6EAE-F16F5C81C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1DCFA-77B7-43D6-8120-2AFADAE1155B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EB4564-183A-1838-DD66-B3D9260DD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869815-5568-247C-BB01-056BA9AD2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BCDA1-EB6B-45FD-8618-05C3E05E4A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515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F7161-692B-DF94-5999-F787E8221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28DC0C-21F7-9EE3-96F4-83E47D9FD8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3ED0F-ADB4-3AE6-8A35-0AD3CF549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1DCFA-77B7-43D6-8120-2AFADAE1155B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0724D5-B25C-B167-262F-E3F2CC6B4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5F7BA7-53CB-52E6-A57D-987CD3D69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BCDA1-EB6B-45FD-8618-05C3E05E4A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980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B3880-F04E-D431-EC26-AE31199B8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A6F60B-9B7D-554F-A897-D32FAF6B3E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E7A43F-63ED-968A-7A9F-D685B136DA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ABC72F-7B4F-1D67-F6D8-4BDB51F75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1DCFA-77B7-43D6-8120-2AFADAE1155B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E29A38-DD91-4D7C-5C7B-7D6705893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E2DA50-4FD2-323B-87DB-0240C8000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BCDA1-EB6B-45FD-8618-05C3E05E4A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136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D385F-7E05-97E4-DD01-7BAFA4046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ED2A26-3814-58EE-D5FD-BF52AC6A12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4D6D6B-3D8F-E0D8-DFDA-E28718AD15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CF5337-C2AF-83D0-D5A5-348952C9D2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A29C2A-D032-7965-0DD1-25FDD419B5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378BDA-C98F-8BC3-735B-5A96F2F62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1DCFA-77B7-43D6-8120-2AFADAE1155B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0F3B7B-5976-C1C5-7158-B404B517D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2C186A-D93E-02D9-3B75-6325C4D85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BCDA1-EB6B-45FD-8618-05C3E05E4A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621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077FE-B430-A8B3-CFD2-43AE6A09C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3F8C24-BC53-C73F-1750-064609914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1DCFA-77B7-43D6-8120-2AFADAE1155B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724374-77F6-B1DA-5CCB-C3B1AF07A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EF85ED-B9C6-44D0-2882-6F7F56793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BCDA1-EB6B-45FD-8618-05C3E05E4A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934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8B1DB9-56B7-3647-CD18-07E7C4EEA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1DCFA-77B7-43D6-8120-2AFADAE1155B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FA83C7-F5E4-A4DC-33C6-B357B3B26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02E16A-C5ED-D958-B8D3-2871C73CB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BCDA1-EB6B-45FD-8618-05C3E05E4A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843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5D969-16D6-8A57-4EDF-6D0C06FB7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3F9CE-6542-7E91-2B52-C2D47EE806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555CCB-A989-4B9A-DA32-ECD8E9988E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A181EA-3C17-F490-1AD1-CA9707914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1DCFA-77B7-43D6-8120-2AFADAE1155B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E5EEE0-3DED-2FC7-1648-95052C4D1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3B2F32-67CA-48DF-C92E-D138ED023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BCDA1-EB6B-45FD-8618-05C3E05E4A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703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43C36-3E0B-EB35-B551-A97164CAC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32097D-836B-69A3-BAFC-DF84FF06D6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BA326E-3C0D-D3EF-648A-C21F51D0FB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195A5B-0C45-DFE0-A886-700AEE832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1DCFA-77B7-43D6-8120-2AFADAE1155B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15DA0F-4952-0B53-55E9-FE4B01A1C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AF8F9C-1ED9-9882-CDDA-FDEF8FFC7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BCDA1-EB6B-45FD-8618-05C3E05E4A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45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CC026-6B6B-0457-84C2-D78BC5275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5509FA-AB8D-EB57-652C-8FD9BF0EB8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0359A7-1E5A-C944-E4FF-EF2936EE6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1DCFA-77B7-43D6-8120-2AFADAE1155B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F49652-A903-051F-3189-74B6D7CDD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E58D6A-C2A5-C133-DFC3-DC9E616C8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BCDA1-EB6B-45FD-8618-05C3E05E4A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692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AC3F92-36FD-AC86-CDD3-D727FA29CA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E2F160-1467-EC07-8E1B-52EA3F9558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82A844-32D6-F8E9-131C-00DE60ED3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1DCFA-77B7-43D6-8120-2AFADAE1155B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FB7F9C-296B-48D6-4B69-2731F343F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271A6F-4A24-11CB-73FB-C015874A3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BCDA1-EB6B-45FD-8618-05C3E05E4A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130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2ED4AB-B273-989F-A616-848078BE8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2FD6BF-5DA1-A0F7-C196-DAA636FA8B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A91693-F7A7-516A-F6D7-0A8A39F48B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D1DCFA-77B7-43D6-8120-2AFADAE1155B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4FFEDA-DCBB-696E-547C-F0B987D2AD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075D8E-55F2-946D-0877-AFC858C139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2BCDA1-EB6B-45FD-8618-05C3E05E4A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665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ice778/comprehensive-lung-cancer-imaging-dataset-clid" TargetMode="External"/><Relationship Id="rId2" Type="http://schemas.openxmlformats.org/officeDocument/2006/relationships/hyperlink" Target="https://www.kaggle.com/datasets/kabil007/lungcancer4types-imagedataset/data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kaggle.com/datasets/mdnafeesimtiaz/ct-scan-images-of-lung-cancer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63ECD-E1B3-B66A-42BE-0B55C998F2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2155" y="1122363"/>
            <a:ext cx="9144000" cy="2387600"/>
          </a:xfrm>
        </p:spPr>
        <p:txBody>
          <a:bodyPr/>
          <a:lstStyle/>
          <a:p>
            <a:r>
              <a:rPr lang="en-US" b="1" dirty="0">
                <a:latin typeface="Arial Black" panose="020B0A04020102020204" pitchFamily="34" charset="0"/>
              </a:rPr>
              <a:t>Lung Cancer Detection using CNN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25604A-FC2B-CB1D-0DE6-5F1692E9D5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73754"/>
            <a:ext cx="9144000" cy="1655762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Presenter : Raghav Joshi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Batch 8 : Artificial Intelligence (AI)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Registered email with IBM : raghavjoshi200314@gmail.com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FE4CC1-F308-157C-DD7E-4D22643A7F68}"/>
              </a:ext>
            </a:extLst>
          </p:cNvPr>
          <p:cNvSpPr txBox="1"/>
          <p:nvPr/>
        </p:nvSpPr>
        <p:spPr>
          <a:xfrm>
            <a:off x="1740310" y="255639"/>
            <a:ext cx="89276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IBM PROJECT BASED EXPERIENTIAL LEARNING (PBEL) PRESENTATION</a:t>
            </a:r>
          </a:p>
        </p:txBody>
      </p:sp>
    </p:spTree>
    <p:extLst>
      <p:ext uri="{BB962C8B-B14F-4D97-AF65-F5344CB8AC3E}">
        <p14:creationId xmlns:p14="http://schemas.microsoft.com/office/powerpoint/2010/main" val="2327250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982"/>
    </mc:Choice>
    <mc:Fallback xmlns="">
      <p:transition spd="slow" advTm="1898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CD0DA-E65E-812C-EAF7-6FFB393FD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>
                <a:latin typeface="Arial Black" panose="020B0A04020102020204" pitchFamily="34" charset="0"/>
              </a:rPr>
              <a:t>Introduction to Project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44BE0-8A99-8501-6DBF-5EC7BEF7BC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In this project, I have used CNN to help automate the process of detecting Lung Cancer.</a:t>
            </a:r>
          </a:p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This helps detecting cancer faster, as each CT scan is scanned by the model and not a human, which will lessen the workload of professionals, although they still might need to verify some scans.</a:t>
            </a:r>
          </a:p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I have used CT scans as my model training data, as CT scans are mostly used for determining cancer cases.</a:t>
            </a:r>
          </a:p>
          <a:p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2011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258"/>
    </mc:Choice>
    <mc:Fallback xmlns="">
      <p:transition spd="slow" advTm="29258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60D1F-C862-C3FC-33A8-07D4C7F87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>
                <a:latin typeface="Arial Black" panose="020B0A04020102020204" pitchFamily="34" charset="0"/>
              </a:rPr>
              <a:t>Dataset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47672-EAA4-0675-1C77-C4340642C9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The dataset I have used contains CT scan images divided into 4 different classes: Adenocarcinoma, Large Cell Carcinoma, Squamous Cell Carcinoma and Normal.</a:t>
            </a:r>
          </a:p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The dataset is further split into train, validation and test folders, with each folder having CT scan images from all 4 classes.</a:t>
            </a:r>
          </a:p>
        </p:txBody>
      </p:sp>
    </p:spTree>
    <p:extLst>
      <p:ext uri="{BB962C8B-B14F-4D97-AF65-F5344CB8AC3E}">
        <p14:creationId xmlns:p14="http://schemas.microsoft.com/office/powerpoint/2010/main" val="2029829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977"/>
    </mc:Choice>
    <mc:Fallback xmlns="">
      <p:transition spd="slow" advTm="30977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C0A17B9-14A2-A89C-61B5-6166282335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175" y="1621867"/>
            <a:ext cx="3966494" cy="27043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135CCF-BA90-F669-7BFF-032A897243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1331" y="1621866"/>
            <a:ext cx="3966494" cy="270432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D3C483A-3D3D-7CD7-F715-A8B452E4D78B}"/>
              </a:ext>
            </a:extLst>
          </p:cNvPr>
          <p:cNvSpPr txBox="1"/>
          <p:nvPr/>
        </p:nvSpPr>
        <p:spPr>
          <a:xfrm>
            <a:off x="7043175" y="4551486"/>
            <a:ext cx="45195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Large cell carcinoma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C05FBA-EFA9-BE5B-4D2A-B9C915A97DD1}"/>
              </a:ext>
            </a:extLst>
          </p:cNvPr>
          <p:cNvSpPr txBox="1"/>
          <p:nvPr/>
        </p:nvSpPr>
        <p:spPr>
          <a:xfrm>
            <a:off x="1074175" y="4551486"/>
            <a:ext cx="41983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Adenocarcinoma</a:t>
            </a:r>
          </a:p>
        </p:txBody>
      </p:sp>
    </p:spTree>
    <p:extLst>
      <p:ext uri="{BB962C8B-B14F-4D97-AF65-F5344CB8AC3E}">
        <p14:creationId xmlns:p14="http://schemas.microsoft.com/office/powerpoint/2010/main" val="2430355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59"/>
    </mc:Choice>
    <mc:Fallback xmlns="">
      <p:transition spd="slow" advTm="5759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6FE14D7-8C33-C649-5F23-434DC2C9C2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4335" y="1629850"/>
            <a:ext cx="3598607" cy="34714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E7D77D4-239D-6D31-4CEA-A2F26FEA7174}"/>
              </a:ext>
            </a:extLst>
          </p:cNvPr>
          <p:cNvSpPr txBox="1"/>
          <p:nvPr/>
        </p:nvSpPr>
        <p:spPr>
          <a:xfrm>
            <a:off x="1504335" y="5160240"/>
            <a:ext cx="32938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normal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794826B-578B-88D2-E354-B3BE05DBEF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6271" y="1629850"/>
            <a:ext cx="4081394" cy="347146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3D89869-09FA-1130-5D0E-11FDBA7DE8B3}"/>
              </a:ext>
            </a:extLst>
          </p:cNvPr>
          <p:cNvSpPr txBox="1"/>
          <p:nvPr/>
        </p:nvSpPr>
        <p:spPr>
          <a:xfrm>
            <a:off x="6399794" y="5160240"/>
            <a:ext cx="54874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Squamous cell carcinoma</a:t>
            </a:r>
          </a:p>
        </p:txBody>
      </p:sp>
    </p:spTree>
    <p:extLst>
      <p:ext uri="{BB962C8B-B14F-4D97-AF65-F5344CB8AC3E}">
        <p14:creationId xmlns:p14="http://schemas.microsoft.com/office/powerpoint/2010/main" val="2271823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45"/>
    </mc:Choice>
    <mc:Fallback xmlns="">
      <p:transition spd="slow" advTm="2945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5000"/>
                <a:lumOff val="95000"/>
              </a:schemeClr>
            </a:gs>
            <a:gs pos="74000">
              <a:schemeClr val="accent6">
                <a:lumMod val="45000"/>
                <a:lumOff val="55000"/>
              </a:schemeClr>
            </a:gs>
            <a:gs pos="83000">
              <a:schemeClr val="accent6">
                <a:lumMod val="45000"/>
                <a:lumOff val="55000"/>
              </a:schemeClr>
            </a:gs>
            <a:gs pos="100000">
              <a:schemeClr val="accent6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AFF5D-21E3-FE7E-843F-C83DEE125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>
                <a:latin typeface="Arial Black" panose="020B0A04020102020204" pitchFamily="34" charset="0"/>
              </a:rPr>
              <a:t>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5F120-9839-1E92-AFE9-C91B31BC1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Steps done before training model:</a:t>
            </a:r>
          </a:p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Resized images to 224 × 224 pixels, to reduce size.</a:t>
            </a:r>
          </a:p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Normalize pixel values to 0‑1 by dividing by 255 pixels, which helps the neural network train more efficiently.</a:t>
            </a:r>
          </a:p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Loading dataset using TensorFlow.</a:t>
            </a:r>
          </a:p>
        </p:txBody>
      </p:sp>
    </p:spTree>
    <p:extLst>
      <p:ext uri="{BB962C8B-B14F-4D97-AF65-F5344CB8AC3E}">
        <p14:creationId xmlns:p14="http://schemas.microsoft.com/office/powerpoint/2010/main" val="3352183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796"/>
    </mc:Choice>
    <mc:Fallback xmlns="">
      <p:transition spd="slow" advTm="38796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E9E5C-C560-CA46-0A6D-1B56E07D9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>
                <a:latin typeface="Arial Black" panose="020B0A04020102020204" pitchFamily="34" charset="0"/>
                <a:cs typeface="Arial" panose="020B0604020202020204" pitchFamily="34" charset="0"/>
              </a:rPr>
              <a:t>CNN Model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D427B-4BD2-408D-E837-CC238A4F7E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Convolution layers – used for feature extraction</a:t>
            </a:r>
          </a:p>
          <a:p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MaxPooling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layers – used for dimensionality reduction</a:t>
            </a:r>
          </a:p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Flatten layer – convert features to vector (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eg.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From 3d to1d), for the dense layer</a:t>
            </a:r>
          </a:p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Dense layers – for classification</a:t>
            </a:r>
          </a:p>
          <a:p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Softmax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layer – this layer converts output into probability for each class</a:t>
            </a:r>
          </a:p>
          <a:p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6248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680"/>
    </mc:Choice>
    <mc:Fallback xmlns="">
      <p:transition spd="slow" advTm="4668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>
                <a:lumMod val="5000"/>
                <a:lumOff val="95000"/>
              </a:schemeClr>
            </a:gs>
            <a:gs pos="74000">
              <a:schemeClr val="accent2">
                <a:lumMod val="45000"/>
                <a:lumOff val="55000"/>
              </a:schemeClr>
            </a:gs>
            <a:gs pos="83000">
              <a:schemeClr val="accent2">
                <a:lumMod val="45000"/>
                <a:lumOff val="55000"/>
              </a:schemeClr>
            </a:gs>
            <a:gs pos="100000">
              <a:schemeClr val="accent2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A9A70-AEC6-73A2-46AE-3DE95E7F2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>
                <a:latin typeface="Arial Black" panose="020B0A04020102020204" pitchFamily="34" charset="0"/>
              </a:rPr>
              <a:t>Model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C4F445-580D-9DF5-52A4-B135779CA0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Training performed using TensorFlow /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Keras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Optimizer used: Adam </a:t>
            </a:r>
          </a:p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Loss: Sparse Categorical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Crossentropy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Training done for 10 epochs with validation dataset.</a:t>
            </a:r>
          </a:p>
          <a:p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6309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718"/>
    </mc:Choice>
    <mc:Fallback xmlns="">
      <p:transition spd="slow" advTm="33718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0"/>
                <a:lumOff val="100000"/>
                <a:alpha val="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61872-5E6C-8724-9636-D7CFCE704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>
                <a:latin typeface="Arial Black" panose="020B0A04020102020204" pitchFamily="34" charset="0"/>
              </a:rPr>
              <a:t>Model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65C02-D679-083B-0DC4-A1A4B23878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Final results obtained:</a:t>
            </a:r>
          </a:p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Training Accuracy ≈ 96%</a:t>
            </a:r>
          </a:p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Validation Accuracy ≈ 94%</a:t>
            </a:r>
          </a:p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Test Accuracy ≈ 93%</a:t>
            </a:r>
          </a:p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Model shows good ability to classify CT scan images.</a:t>
            </a:r>
          </a:p>
          <a:p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502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097"/>
    </mc:Choice>
    <mc:Fallback xmlns="">
      <p:transition spd="slow" advTm="19097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7000">
              <a:schemeClr val="accent4">
                <a:lumMod val="0"/>
                <a:lumOff val="100000"/>
              </a:schemeClr>
            </a:gs>
            <a:gs pos="59000">
              <a:schemeClr val="accent4">
                <a:lumMod val="0"/>
                <a:lumOff val="100000"/>
              </a:schemeClr>
            </a:gs>
            <a:gs pos="100000">
              <a:schemeClr val="accent4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40542-46F6-A59C-A10D-7DDE513AF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6000" b="1" dirty="0">
                <a:latin typeface="Arial Black" panose="020B0A04020102020204" pitchFamily="34" charset="0"/>
              </a:rPr>
              <a:t>Added </a:t>
            </a:r>
            <a:r>
              <a:rPr lang="en-US" sz="6000" b="1" dirty="0" err="1">
                <a:latin typeface="Arial Black" panose="020B0A04020102020204" pitchFamily="34" charset="0"/>
              </a:rPr>
              <a:t>Streamlit</a:t>
            </a:r>
            <a:r>
              <a:rPr lang="en-US" sz="6000" b="1" dirty="0">
                <a:latin typeface="Arial Black" panose="020B0A04020102020204" pitchFamily="34" charset="0"/>
              </a:rPr>
              <a:t> Web App Support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58426D-6B0A-653B-B00B-4FF45EE9F7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3625"/>
            <a:ext cx="10515600" cy="4351338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I have created a web interface using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Streamlit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for my project.</a:t>
            </a:r>
          </a:p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Users can upload CT scan images.</a:t>
            </a:r>
          </a:p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The model then predicts the cancer type and the confidence score along with a prediction graph is shown in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streamlit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app interface.</a:t>
            </a:r>
          </a:p>
        </p:txBody>
      </p:sp>
    </p:spTree>
    <p:extLst>
      <p:ext uri="{BB962C8B-B14F-4D97-AF65-F5344CB8AC3E}">
        <p14:creationId xmlns:p14="http://schemas.microsoft.com/office/powerpoint/2010/main" val="3243309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780"/>
    </mc:Choice>
    <mc:Fallback xmlns="">
      <p:transition spd="slow" advTm="2178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68B9D8F-2670-30A0-3A5C-7EFDFDB7F7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000" y="1258529"/>
            <a:ext cx="5057893" cy="2485101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77EE6F7-3D62-710A-4794-B053791DBB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282812" y="1742765"/>
            <a:ext cx="5343027" cy="40017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2BDBF08-9905-C60F-6073-DA6E374D87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000" y="3920613"/>
            <a:ext cx="5080866" cy="267928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6326E1C-B678-FB52-20DB-E59938A94723}"/>
              </a:ext>
            </a:extLst>
          </p:cNvPr>
          <p:cNvSpPr txBox="1"/>
          <p:nvPr/>
        </p:nvSpPr>
        <p:spPr>
          <a:xfrm>
            <a:off x="589935" y="186813"/>
            <a:ext cx="111497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>
                <a:latin typeface="Arial Black" panose="020B0A04020102020204" pitchFamily="34" charset="0"/>
              </a:rPr>
              <a:t>Streamlit</a:t>
            </a:r>
            <a:r>
              <a:rPr lang="en-US" sz="3200" b="1" dirty="0">
                <a:latin typeface="Arial Black" panose="020B0A04020102020204" pitchFamily="34" charset="0"/>
              </a:rPr>
              <a:t> App Screenshots and Prediction Graph</a:t>
            </a:r>
          </a:p>
        </p:txBody>
      </p:sp>
    </p:spTree>
    <p:extLst>
      <p:ext uri="{BB962C8B-B14F-4D97-AF65-F5344CB8AC3E}">
        <p14:creationId xmlns:p14="http://schemas.microsoft.com/office/powerpoint/2010/main" val="1110243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373"/>
    </mc:Choice>
    <mc:Fallback xmlns="">
      <p:transition spd="slow" advTm="6373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8941A-226A-16AC-5095-AA6EE1E1B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>
                <a:latin typeface="Arial Black" panose="020B0A04020102020204" pitchFamily="34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A73E89-7C4C-6A45-493C-D37264163A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CNN can effectively classify lung CT scan images.</a:t>
            </a:r>
          </a:p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Streamlit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app gives an easy to use interface with real‑time predictions.</a:t>
            </a:r>
          </a:p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Future work: larger datasets can be used with improved architectures.</a:t>
            </a:r>
          </a:p>
          <a:p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3395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719"/>
    </mc:Choice>
    <mc:Fallback xmlns="">
      <p:transition spd="slow" advTm="35719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5000"/>
                <a:lumOff val="95000"/>
              </a:schemeClr>
            </a:gs>
            <a:gs pos="74000">
              <a:schemeClr val="accent6">
                <a:lumMod val="45000"/>
                <a:lumOff val="55000"/>
              </a:schemeClr>
            </a:gs>
            <a:gs pos="83000">
              <a:schemeClr val="accent6">
                <a:lumMod val="45000"/>
                <a:lumOff val="55000"/>
              </a:schemeClr>
            </a:gs>
            <a:gs pos="100000">
              <a:schemeClr val="accent6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6DFAD-969A-A25A-3FD9-96EC258FC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>
                <a:latin typeface="Arial Black" panose="020B0A04020102020204" pitchFamily="34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17ECC1-1820-038A-1252-EB386415F3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Dataset </a:t>
            </a:r>
            <a:r>
              <a:rPr lang="en-US" dirty="0" err="1"/>
              <a:t>urls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>
                <a:hlinkClick r:id="rId2"/>
              </a:rPr>
              <a:t>https://www.kaggle.com/datasets/kabil007/lungcancer4types-imagedataset/data</a:t>
            </a:r>
            <a:br>
              <a:rPr lang="en-US" dirty="0"/>
            </a:br>
            <a:br>
              <a:rPr lang="en-US" dirty="0"/>
            </a:br>
            <a:r>
              <a:rPr lang="en-US" dirty="0">
                <a:hlinkClick r:id="rId3"/>
              </a:rPr>
              <a:t>https://www.kaggle.com/datasets/ice778/comprehensive-lung-cancer-imaging-dataset-clid</a:t>
            </a:r>
            <a:br>
              <a:rPr lang="en-US" dirty="0"/>
            </a:br>
            <a:br>
              <a:rPr lang="en-US" dirty="0"/>
            </a:br>
            <a:r>
              <a:rPr lang="en-US" dirty="0">
                <a:hlinkClick r:id="rId4"/>
              </a:rPr>
              <a:t>https://www.kaggle.com/datasets/mdnafeesimtiaz/ct-scan-images-of-lung-cancer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9074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874"/>
    </mc:Choice>
    <mc:Fallback xmlns="">
      <p:transition spd="slow" advTm="15874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1905D-DE60-83ED-446B-CC8D8C71F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8800" dirty="0">
                <a:latin typeface="Arial Black" panose="020B0A0402010202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1266605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952</TotalTime>
  <Words>479</Words>
  <Application>Microsoft Office PowerPoint</Application>
  <PresentationFormat>Widescreen</PresentationFormat>
  <Paragraphs>50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Arial Black</vt:lpstr>
      <vt:lpstr>Office Theme</vt:lpstr>
      <vt:lpstr>Lung Cancer Detection using CNN</vt:lpstr>
      <vt:lpstr>Introduction to Project </vt:lpstr>
      <vt:lpstr>Dataset </vt:lpstr>
      <vt:lpstr>PowerPoint Presentation</vt:lpstr>
      <vt:lpstr>PowerPoint Presentation</vt:lpstr>
      <vt:lpstr>Data Preprocessing</vt:lpstr>
      <vt:lpstr>CNN Model Architecture</vt:lpstr>
      <vt:lpstr>Model Training</vt:lpstr>
      <vt:lpstr>Model Performance</vt:lpstr>
      <vt:lpstr>Added Streamlit Web App Support</vt:lpstr>
      <vt:lpstr>PowerPoint Presentation</vt:lpstr>
      <vt:lpstr>Conclusion</vt:lpstr>
      <vt:lpstr>References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Raghav Joshi</dc:creator>
  <cp:lastModifiedBy>Raghav Joshi</cp:lastModifiedBy>
  <cp:revision>6</cp:revision>
  <dcterms:created xsi:type="dcterms:W3CDTF">2026-03-12T11:42:47Z</dcterms:created>
  <dcterms:modified xsi:type="dcterms:W3CDTF">2026-03-13T04:21:43Z</dcterms:modified>
</cp:coreProperties>
</file>
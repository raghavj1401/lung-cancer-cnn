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4" r:id="rId9"/>
    <p:sldId id="26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E18DA3-6962-4DD8-AA14-B7DFCF500C6A}" v="673" dt="2026-03-12T12:25:06.2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6D193-93A5-735B-4FDA-4399EEEDD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46FD35-87E0-E105-7B76-302651A128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681AB-F3A9-B763-7AD9-CF35D930A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DCFA-77B7-43D6-8120-2AFADAE1155B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1DDD9-2B51-153D-6B76-D04FF7860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F7A85-7BA0-30AC-27FA-5F4A54E8F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CDA1-EB6B-45FD-8618-05C3E05E4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713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305A7-4C2B-4D9D-0666-DC148B07D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256B-5D05-07AD-1E84-2E2BA7FCF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F5130-5F0D-D6AC-6EAE-F16F5C81C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DCFA-77B7-43D6-8120-2AFADAE1155B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B4564-183A-1838-DD66-B3D9260DD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69815-5568-247C-BB01-056BA9AD2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CDA1-EB6B-45FD-8618-05C3E05E4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F7161-692B-DF94-5999-F787E8221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8DC0C-21F7-9EE3-96F4-83E47D9FD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3ED0F-ADB4-3AE6-8A35-0AD3CF549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DCFA-77B7-43D6-8120-2AFADAE1155B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724D5-B25C-B167-262F-E3F2CC6B4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F7BA7-53CB-52E6-A57D-987CD3D69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CDA1-EB6B-45FD-8618-05C3E05E4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80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B3880-F04E-D431-EC26-AE31199B8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6F60B-9B7D-554F-A897-D32FAF6B3E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7A43F-63ED-968A-7A9F-D685B136DA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BC72F-7B4F-1D67-F6D8-4BDB51F75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DCFA-77B7-43D6-8120-2AFADAE1155B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E29A38-DD91-4D7C-5C7B-7D6705893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2DA50-4FD2-323B-87DB-0240C800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CDA1-EB6B-45FD-8618-05C3E05E4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136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D385F-7E05-97E4-DD01-7BAFA4046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D2A26-3814-58EE-D5FD-BF52AC6A1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D6D6B-3D8F-E0D8-DFDA-E28718AD1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F5337-C2AF-83D0-D5A5-348952C9D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A29C2A-D032-7965-0DD1-25FDD419B5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378BDA-C98F-8BC3-735B-5A96F2F62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DCFA-77B7-43D6-8120-2AFADAE1155B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0F3B7B-5976-C1C5-7158-B404B517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2C186A-D93E-02D9-3B75-6325C4D85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CDA1-EB6B-45FD-8618-05C3E05E4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621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077FE-B430-A8B3-CFD2-43AE6A09C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3F8C24-BC53-C73F-1750-064609914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DCFA-77B7-43D6-8120-2AFADAE1155B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724374-77F6-B1DA-5CCB-C3B1AF07A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EF85ED-B9C6-44D0-2882-6F7F56793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CDA1-EB6B-45FD-8618-05C3E05E4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93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8B1DB9-56B7-3647-CD18-07E7C4EEA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DCFA-77B7-43D6-8120-2AFADAE1155B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FA83C7-F5E4-A4DC-33C6-B357B3B26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2E16A-C5ED-D958-B8D3-2871C73CB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CDA1-EB6B-45FD-8618-05C3E05E4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43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5D969-16D6-8A57-4EDF-6D0C06FB7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3F9CE-6542-7E91-2B52-C2D47EE80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555CCB-A989-4B9A-DA32-ECD8E9988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A181EA-3C17-F490-1AD1-CA9707914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DCFA-77B7-43D6-8120-2AFADAE1155B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5EEE0-3DED-2FC7-1648-95052C4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B2F32-67CA-48DF-C92E-D138ED023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CDA1-EB6B-45FD-8618-05C3E05E4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03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43C36-3E0B-EB35-B551-A97164CAC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32097D-836B-69A3-BAFC-DF84FF06D6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A326E-3C0D-D3EF-648A-C21F51D0F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95A5B-0C45-DFE0-A886-700AEE832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DCFA-77B7-43D6-8120-2AFADAE1155B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15DA0F-4952-0B53-55E9-FE4B01A1C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F8F9C-1ED9-9882-CDDA-FDEF8FFC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CDA1-EB6B-45FD-8618-05C3E05E4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45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CC026-6B6B-0457-84C2-D78BC5275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5509FA-AB8D-EB57-652C-8FD9BF0EB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359A7-1E5A-C944-E4FF-EF2936EE6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DCFA-77B7-43D6-8120-2AFADAE1155B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49652-A903-051F-3189-74B6D7CDD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58D6A-C2A5-C133-DFC3-DC9E616C8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CDA1-EB6B-45FD-8618-05C3E05E4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92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C3F92-36FD-AC86-CDD3-D727FA29CA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E2F160-1467-EC07-8E1B-52EA3F955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2A844-32D6-F8E9-131C-00DE60ED3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1DCFA-77B7-43D6-8120-2AFADAE1155B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B7F9C-296B-48D6-4B69-2731F343F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71A6F-4A24-11CB-73FB-C015874A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CDA1-EB6B-45FD-8618-05C3E05E4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130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2ED4AB-B273-989F-A616-848078BE8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FD6BF-5DA1-A0F7-C196-DAA636FA8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91693-F7A7-516A-F6D7-0A8A39F48B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D1DCFA-77B7-43D6-8120-2AFADAE1155B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FFEDA-DCBB-696E-547C-F0B987D2A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75D8E-55F2-946D-0877-AFC858C13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2BCDA1-EB6B-45FD-8618-05C3E05E4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665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ice778/comprehensive-lung-cancer-imaging-dataset-clid" TargetMode="External"/><Relationship Id="rId2" Type="http://schemas.openxmlformats.org/officeDocument/2006/relationships/hyperlink" Target="https://www.kaggle.com/datasets/kabil007/lungcancer4types-imagedataset/data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datasets/mdnafeesimtiaz/ct-scan-images-of-lung-canc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63ECD-E1B3-B66A-42BE-0B55C998F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2155" y="1122363"/>
            <a:ext cx="9144000" cy="2387600"/>
          </a:xfrm>
        </p:spPr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Lung Cancer Detection using CNN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5604A-FC2B-CB1D-0DE6-5F1692E9D5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73754"/>
            <a:ext cx="9144000" cy="1655762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Presenter : Raghav Joshi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Batch 8 : Artificial Intelligence (AI)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Registered email with IBM : raghavjoshi200314@gmail.com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FE4CC1-F308-157C-DD7E-4D22643A7F68}"/>
              </a:ext>
            </a:extLst>
          </p:cNvPr>
          <p:cNvSpPr txBox="1"/>
          <p:nvPr/>
        </p:nvSpPr>
        <p:spPr>
          <a:xfrm>
            <a:off x="1740310" y="255639"/>
            <a:ext cx="89276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IBM PROJECT BASED EXPERIENTIAL LEARNING (PBEL) PRESENTATION</a:t>
            </a:r>
          </a:p>
        </p:txBody>
      </p:sp>
    </p:spTree>
    <p:extLst>
      <p:ext uri="{BB962C8B-B14F-4D97-AF65-F5344CB8AC3E}">
        <p14:creationId xmlns:p14="http://schemas.microsoft.com/office/powerpoint/2010/main" val="2327250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CD0DA-E65E-812C-EAF7-6FFB393FD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latin typeface="Arial Black" panose="020B0A04020102020204" pitchFamily="34" charset="0"/>
              </a:rPr>
              <a:t>Introduction to Project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44BE0-8A99-8501-6DBF-5EC7BEF7B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In this project, I have used CNN to help automate the process of detecting Lung Cancer.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This helps detecting cancer faster, as each CT scan is scanned by the model and not a human, which will lessen the workload of professionals, although they still might need to verify some scans.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I have used CT scans as my model training data, as CT scans are mostly used for determining cancer cases.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2011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60D1F-C862-C3FC-33A8-07D4C7F87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latin typeface="Arial Black" panose="020B0A04020102020204" pitchFamily="34" charset="0"/>
              </a:rPr>
              <a:t>Dataset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47672-EAA4-0675-1C77-C4340642C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The dataset I have used contains CT scan images divided into 4 different classes: Adenocarcinoma, Large Cell Carcinoma, Squamous Cell Carcinoma and Normal.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The dataset is further split into train, validation and test folders, with each folder having CT scan images from all 4 classes.</a:t>
            </a:r>
          </a:p>
        </p:txBody>
      </p:sp>
    </p:spTree>
    <p:extLst>
      <p:ext uri="{BB962C8B-B14F-4D97-AF65-F5344CB8AC3E}">
        <p14:creationId xmlns:p14="http://schemas.microsoft.com/office/powerpoint/2010/main" val="2029829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AFF5D-21E3-FE7E-843F-C83DEE125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latin typeface="Arial Black" panose="020B0A04020102020204" pitchFamily="34" charset="0"/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5F120-9839-1E92-AFE9-C91B31BC1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Steps done before training model: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Resized images to 224 × 224, to reduce size.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Normalize pixel values to 0‑1 by dividing each image by 255 pixels.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Loading dataset using TensorFlow.</a:t>
            </a:r>
          </a:p>
        </p:txBody>
      </p:sp>
    </p:spTree>
    <p:extLst>
      <p:ext uri="{BB962C8B-B14F-4D97-AF65-F5344CB8AC3E}">
        <p14:creationId xmlns:p14="http://schemas.microsoft.com/office/powerpoint/2010/main" val="3352183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E9E5C-C560-CA46-0A6D-1B56E07D9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Arial Black" panose="020B0A04020102020204" pitchFamily="34" charset="0"/>
                <a:cs typeface="Arial" panose="020B0604020202020204" pitchFamily="34" charset="0"/>
              </a:rPr>
              <a:t>CNN 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D427B-4BD2-408D-E837-CC238A4F7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Convolution layers – used for feature extraction</a:t>
            </a:r>
          </a:p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MaxPooling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layers – used for dimensionality reduction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Flatten layer – convert features to vector (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eg.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From 3d to1d), for the dense layer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Dense layers – for classification</a:t>
            </a:r>
          </a:p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layer – this layer converts output to probability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248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A9A70-AEC6-73A2-46AE-3DE95E7F2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Arial Black" panose="020B0A04020102020204" pitchFamily="34" charset="0"/>
              </a:rPr>
              <a:t>Model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4F445-580D-9DF5-52A4-B135779CA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Training performed using TensorFlow /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Keras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Optimizer used: Adam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Loss: Sparse Categorical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Crossentropy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Training done for 10 epochs with validation dataset.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309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0"/>
                <a:lumOff val="100000"/>
                <a:alpha val="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61872-5E6C-8724-9636-D7CFCE704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Arial Black" panose="020B0A04020102020204" pitchFamily="34" charset="0"/>
              </a:rPr>
              <a:t>Model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65C02-D679-083B-0DC4-A1A4B2387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Final results obtained: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Training Accuracy ≈ 96%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Validation Accuracy ≈ 94%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Test Accuracy ≈ 93%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Model shows good ability to classify CT scan images.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02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7000">
              <a:schemeClr val="accent4">
                <a:lumMod val="0"/>
                <a:lumOff val="100000"/>
              </a:schemeClr>
            </a:gs>
            <a:gs pos="59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40542-46F6-A59C-A10D-7DDE513AF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6000" b="1" dirty="0">
                <a:latin typeface="Arial Black" panose="020B0A04020102020204" pitchFamily="34" charset="0"/>
              </a:rPr>
              <a:t>Added </a:t>
            </a:r>
            <a:r>
              <a:rPr lang="en-US" sz="6000" b="1" dirty="0" err="1">
                <a:latin typeface="Arial Black" panose="020B0A04020102020204" pitchFamily="34" charset="0"/>
              </a:rPr>
              <a:t>Streamlit</a:t>
            </a:r>
            <a:r>
              <a:rPr lang="en-US" sz="6000" b="1" dirty="0">
                <a:latin typeface="Arial Black" panose="020B0A04020102020204" pitchFamily="34" charset="0"/>
              </a:rPr>
              <a:t> Web App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8426D-6B0A-653B-B00B-4FF45EE9F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I have created a web interface using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for my project.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Users can upload CT scan images.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The model then predicts the cancer type and the confidence score along with a prediction graph is shown in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app interface.</a:t>
            </a:r>
          </a:p>
        </p:txBody>
      </p:sp>
    </p:spTree>
    <p:extLst>
      <p:ext uri="{BB962C8B-B14F-4D97-AF65-F5344CB8AC3E}">
        <p14:creationId xmlns:p14="http://schemas.microsoft.com/office/powerpoint/2010/main" val="3243309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8941A-226A-16AC-5095-AA6EE1E1B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73E89-7C4C-6A45-493C-D37264163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CNN can effectively classify lung CT scan images.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app gives an easy to use interface with real‑time predictions.</a:t>
            </a: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Future work: larger datasets can be used with improved architectures.</a:t>
            </a:r>
          </a:p>
          <a:p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395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6DFAD-969A-A25A-3FD9-96EC258FC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latin typeface="Arial Black" panose="020B0A04020102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7ECC1-1820-038A-1252-EB386415F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</a:t>
            </a:r>
            <a:r>
              <a:rPr lang="en-US" dirty="0" err="1"/>
              <a:t>urls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>
                <a:hlinkClick r:id="rId2"/>
              </a:rPr>
              <a:t>https://www.kaggle.com/datasets/kabil007/lungcancer4types-imagedataset/data</a:t>
            </a:r>
            <a:br>
              <a:rPr lang="en-US" dirty="0"/>
            </a:br>
            <a:br>
              <a:rPr lang="en-US" dirty="0"/>
            </a:br>
            <a:r>
              <a:rPr lang="en-US" dirty="0">
                <a:hlinkClick r:id="rId3"/>
              </a:rPr>
              <a:t>https://www.kaggle.com/datasets/ice778/comprehensive-lung-cancer-imaging-dataset-clid</a:t>
            </a:r>
            <a:br>
              <a:rPr lang="en-US" dirty="0"/>
            </a:br>
            <a:br>
              <a:rPr lang="en-US" dirty="0"/>
            </a:br>
            <a:r>
              <a:rPr lang="en-US" dirty="0">
                <a:hlinkClick r:id="rId4"/>
              </a:rPr>
              <a:t>https://www.kaggle.com/datasets/mdnafeesimtiaz/ct-scan-images-of-lung-cancer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074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451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Arial Black</vt:lpstr>
      <vt:lpstr>Office Theme</vt:lpstr>
      <vt:lpstr>Lung Cancer Detection using CNN</vt:lpstr>
      <vt:lpstr>Introduction to Project </vt:lpstr>
      <vt:lpstr>Dataset </vt:lpstr>
      <vt:lpstr>Data Preprocessing</vt:lpstr>
      <vt:lpstr>CNN Model Architecture</vt:lpstr>
      <vt:lpstr>Model Training</vt:lpstr>
      <vt:lpstr>Model Performance</vt:lpstr>
      <vt:lpstr>Added Streamlit Web App Support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Raghav Joshi</dc:creator>
  <cp:lastModifiedBy>Raghav Joshi</cp:lastModifiedBy>
  <cp:revision>2</cp:revision>
  <dcterms:created xsi:type="dcterms:W3CDTF">2026-03-12T11:42:47Z</dcterms:created>
  <dcterms:modified xsi:type="dcterms:W3CDTF">2026-03-12T12:28:01Z</dcterms:modified>
</cp:coreProperties>
</file>